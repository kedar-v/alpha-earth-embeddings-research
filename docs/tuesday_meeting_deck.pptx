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1 · AlphaEarth embeddings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Bottom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We already have world-wide embeddings. Building-use labels are clear only when a tag exists.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44444"/>
                </a:solidFill>
                <a:latin typeface="Calibri"/>
              </a:rPr>
              <a:t>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589520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Do we have embeddings for the whole world?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Yes. Public AlphaEarth V1 covers land and shallow coast. 10 m. Years 2017–2024. We get them from Earth Engine. Google did not share the model.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Can Overture tell homes from other buildings?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Yes, if the building has a use tag. Most buildings have no tag. In every US city, 23% have a tag (98M buildings). In 15 US downtowns, 34%. In 8 world downtowns, 17%.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So what do we do?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Train on tagged buildings. Use shop and school points to add rough labels. Never treat an untagged building as “not a home.”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4348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Calibri"/>
              </a:rPr>
              <a:t>Decide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Calibri"/>
              </a:rPr>
              <a:t>1. Use the public yearly AlphaEarth layers in Earth Engine.
2. Use Overture use tags as clean home vs not-home labels.
3. Try Places points next to add coverage. Leave untagged buildings out of training.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1 · AlphaEarth embeddings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Do we have embeddings for the whole world?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Yes. Use the public yearly product.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44444"/>
                </a:solidFill>
                <a:latin typeface="Calibri"/>
              </a:rPr>
              <a:t>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1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840480"/>
                <a:gridCol w="3749039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000000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000000"/>
                          </a:solidFill>
                          <a:latin typeface="Calibri"/>
                        </a:rPr>
                        <a:t>Where it covers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000000"/>
                          </a:solidFill>
                          <a:latin typeface="Calibri"/>
                        </a:rPr>
                        <a:t>What we do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Yearly Satellite Embedding V1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Land and shallow coast, world-wide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Use this now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Custom embeddings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A place and time we choose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Later, if we need months not years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The AlphaEarth model itself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Not shared. We only use the finished numbers.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47472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23544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View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What this means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World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One public 10 m layer for each year 2017–2024. Berlin, Lagos, and Boston use the same numbers.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US: 4 regions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The same layer covers Northeast, Midwest, South, and West. There is no separate US product.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  <a:latin typeface="Calibri"/>
              </a:rPr>
              <a:t>Get it in Earth Engine: GOOGLE/SATELLITE_EMBEDDING/V1/ANNUAL. License is CC-BY 4.0. Each cell is 64 numbers. Google did not share the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1 · AlphaEarth embeddings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What went into AlphaEarth embeddings?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Google already made the numbers. We use the public 10 m yearly layers. We do not start from raw satellite photos.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44444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24712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686800"/>
              </a:tblGrid>
              <a:tr h="588645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What product?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Satellite Embedding V1, from AlphaEarth Foundations v2.1.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What data sources?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To make the public layers: Sentinel-2, Landsat 8/9, and Sentinel-1. Height, climate, and text were used only while training.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What types of pictures?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Color and infrared photos, heat, and radar. Not close-up commercial photos of building fronts.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What sensors?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Sentinel-2, Landsat 8/9, and Sentinel-1 radar.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What resolution?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Each embedding cell is 10 m across. A house is about 1 to 4 cells.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What years?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2017 to 2024. One world-wide layer per year. Eight years in total.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What model made them?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AlphaEarth Foundations STP (about 480 million parameters). Google did not share the model.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Sources: DeepMind blog · Brown et al. 2025, arXiv:2507.22291 · Earth Engine catalog GOOGLE/SATELLITE_EMBEDDING/V1/ANNUAL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1 · AlphaEarth embeddings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How are the embeddings made?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From Sentinel-2, Landsat, and Sentinel-1. Not from close-up commercial photos.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44444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754880"/>
                <a:gridCol w="2194560"/>
                <a:gridCol w="2103120"/>
              </a:tblGrid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Type of picture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Sensor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Pixel size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When used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Color / infrared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Sentinel-2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10 / 20 / 60 m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To make the public layers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Color / heat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Landsat 8/9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15 / 30 / 100 m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To make the public layers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Radar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Sentinel-1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10 m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To make the public layers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42900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•  The model is AlphaEarth Foundations STP (about 480 million parameters). It learned from millions of year-long clips at sites around the world.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•  Height, climate, and land-cover maps were used only in training. Building height in the embeddings is weak.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•  A house is about 1 to 4 pixels. Nearby streets and blocks are already in the numbers. We will sample 2024 and average inside each building later.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2 · Overture labels · notebook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Can Overture tell homes from other buildings?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Yes, if the building has a use tag. Same rule everywhere. Most tagged buildings are homes.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44444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43000"/>
          <a:ext cx="53949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017520"/>
              </a:tblGrid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If Overture says…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We treat it as…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residential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Home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any other use tag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Not a home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no tag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Skip. Do not guess.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697480"/>
            <a:ext cx="5394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•  Of tagged buildings in the 8 world downtowns, 82% are homes.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•  Of tagged buildings in the 15 US downtowns, 86% are homes.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•  The rest of the tagged set is shops, schools, offices, and other uses.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•  Never treat a missing tag as “not a home.”</a:t>
            </a:r>
          </a:p>
        </p:txBody>
      </p:sp>
      <p:pic>
        <p:nvPicPr>
          <p:cNvPr id="8" name="Picture 7" descr="subtype_mix_labe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43000"/>
            <a:ext cx="57607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2 · Overture labels · notebook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Do enough buildings have a use tag?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No. 17% tagged in all 8 world downtowns (883k buildings). Europe is high. Lagos and Nairobi are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44444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fill_rates_by_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6400800" cy="512064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0" y="1143000"/>
          <a:ext cx="49377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City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% with a tag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Of tagged: homes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Berlin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76%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Amsterdam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91%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Chicago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24%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Boston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Houston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16%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83%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SF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67%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Nairobi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67%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Lagos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82%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All 8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82%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2 · Overture labels · notebook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How do US downtowns compare?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34% tagged across all 15 US downtowns (2.18M buildings). The West is high because of LA and Denver.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44444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us_fill_rate_region_state_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7589520" cy="521208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001000" y="1097280"/>
          <a:ext cx="37947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188720"/>
                <a:gridCol w="1188720"/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US region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% tagged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Homes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West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63%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87%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Midwest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24%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84%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South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24%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88%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Northeast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78%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All 15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34%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86%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8" name="Picture 7" descr="us_city_fill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657600"/>
            <a:ext cx="379476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2 · Overture labels · notebook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Does the whole US look like those 15 downtowns?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No. In every US city, 23% of 98 million buildings have a use tag. The 15 downtowns were 34%.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44444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us_all_cities_vs_downtow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7818120" cy="52578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183879" y="1097280"/>
          <a:ext cx="36118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143000"/>
                <a:gridCol w="1143000"/>
              </a:tblGrid>
              <a:tr h="5105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US region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Cities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% tagged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West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6,071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32%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Northeast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4,929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Midwest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10,502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South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10,527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19%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All US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32,029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23%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183879" y="4297680"/>
            <a:ext cx="3611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This is every city and town in the 50 states and DC. Of tagged buildings, 89% are homes. Buildings outside a city are left out. The West downtown number was high because of LA and Denver.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2 · Overture labels · notebook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Why do so few buildings have a tag?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Use tags come from OpenStreetMap only. Extra Microsoft and Google outlines have no use tag.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44444"/>
                </a:solidFill>
                <a:latin typeface="Calibri"/>
              </a:rPr>
              <a:t>9</a:t>
            </a:r>
          </a:p>
        </p:txBody>
      </p:sp>
      <p:pic>
        <p:nvPicPr>
          <p:cNvPr id="6" name="Picture 5" descr="label_rate_by_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217920" cy="512064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66560" y="1097280"/>
          <a:ext cx="50292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645920"/>
                <a:gridCol w="1645920"/>
              </a:tblGrid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City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OSM % tagged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Extra % tagged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Berlin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79%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Amsterdam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Boston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Houston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16%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Nairobi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333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Lagos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66560" y="466344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Every use tag we saw comes from OpenStreetMap. Microsoft, Google, and Esri outlines have zero use tags. Do not treat those outlines as “not a home.”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2 · Overture labels · notebook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Can extra map points fill the gaps?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Yes. Shop and school points are more common than building tags. Treat them as rough labels, not as truth.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44444"/>
                </a:solidFill>
                <a:latin typeface="Calibri"/>
              </a:rPr>
              <a:t>10</a:t>
            </a:r>
          </a:p>
        </p:txBody>
      </p:sp>
      <p:pic>
        <p:nvPicPr>
          <p:cNvPr id="6" name="Picture 5" descr="buildings_vs_pl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5943600" cy="3246120"/>
          </a:xfrm>
          <a:prstGeom prst="rect">
            <a:avLst/>
          </a:prstGeom>
        </p:spPr>
      </p:pic>
      <p:pic>
        <p:nvPicPr>
          <p:cNvPr id="7" name="Picture 6" descr="taxonomy_cove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097280"/>
            <a:ext cx="5440680" cy="32461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43484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40280"/>
                <a:gridCol w="2240280"/>
                <a:gridCol w="2286000"/>
                <a:gridCol w="2194560"/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City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School buildings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School points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Hospital buildings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Hospital points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Berlin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536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540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148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Boston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199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502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399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Nairobi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182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677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363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Lagos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447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All 8 downtowns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1,468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3,295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409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1,358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3 · Embedding space · notebook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Do building types show up in the embeddings?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A little. 11,280 tagged buildings. Types sit in one cloud, not in clean groups.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44444"/>
                </a:solidFill>
                <a:latin typeface="Calibri"/>
              </a:rPr>
              <a:t>11</a:t>
            </a:r>
          </a:p>
        </p:txBody>
      </p:sp>
      <p:pic>
        <p:nvPicPr>
          <p:cNvPr id="6" name="Picture 5" descr="pca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5852160" cy="5120640"/>
          </a:xfrm>
          <a:prstGeom prst="rect">
            <a:avLst/>
          </a:prstGeom>
        </p:spPr>
      </p:pic>
      <p:pic>
        <p:nvPicPr>
          <p:cNvPr id="7" name="Picture 6" descr="umap_by_lab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97280"/>
            <a:ext cx="557784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5212080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First two axes hold 33% of the variance. Ten building types overlap. Houses stand out more than churches or civic buildings.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3 · Embedding space · notebook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Is the embedding showing place or building type?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Place first. Cities pull apart. Types inside a city do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44444"/>
                </a:solidFill>
                <a:latin typeface="Calibri"/>
              </a:rPr>
              <a:t>12</a:t>
            </a:r>
          </a:p>
        </p:txBody>
      </p:sp>
      <p:pic>
        <p:nvPicPr>
          <p:cNvPr id="6" name="Picture 5" descr="umap_by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132320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80960" y="128016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•  Boston, LA, and Houston sit in different parts of the plot.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•  A house in Boston looks more like a shop in Boston than like a house in LA.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•  A model trained in one city will lose some skill in another city.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•  We still have type signal, but we must test transfer across cities.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3 · Embedding space · notebook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Do nearby buildings share a type?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Yes, more than chance. Neighbors help. Automatic grouping into 10 piles does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44444"/>
                </a:solidFill>
                <a:latin typeface="Calibri"/>
              </a:rPr>
              <a:t>13</a:t>
            </a:r>
          </a:p>
        </p:txBody>
      </p:sp>
      <p:pic>
        <p:nvPicPr>
          <p:cNvPr id="6" name="Picture 5" descr="nn_pr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5852160" cy="5120640"/>
          </a:xfrm>
          <a:prstGeom prst="rect">
            <a:avLst/>
          </a:prstGeom>
        </p:spPr>
      </p:pic>
      <p:pic>
        <p:nvPicPr>
          <p:cNvPr id="7" name="Picture 6" descr="clustering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97280"/>
            <a:ext cx="5577840" cy="384048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63640" y="5029200"/>
          <a:ext cx="557784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28016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Score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Chance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Nearest neighbor is the same type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Auto 10 groups match true types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near 0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3 · Embedding space · notebook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Is there enough signal for a first model?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Yes for a supervised home vs not-home test. No for finding 10 types with no labels.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44444"/>
                </a:solidFill>
                <a:latin typeface="Calibri"/>
              </a:rPr>
              <a:t>14</a:t>
            </a:r>
          </a:p>
        </p:txBody>
      </p:sp>
      <p:pic>
        <p:nvPicPr>
          <p:cNvPr id="6" name="Picture 5" descr="distanc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5943600" cy="5120640"/>
          </a:xfrm>
          <a:prstGeom prst="rect">
            <a:avLst/>
          </a:prstGeom>
        </p:spPr>
      </p:pic>
      <p:pic>
        <p:nvPicPr>
          <p:cNvPr id="7" name="Picture 6" descr="similarity_and_nn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097280"/>
            <a:ext cx="5440680" cy="3383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55080" y="4617720"/>
            <a:ext cx="5440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Same-type buildings are only a little closer than different-type buildings (gap 0.03). Houses match their neighbors 76% of the time. Churches 17%. Enough to train a simple model. Not enough to skip labels.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4 · First classifier · notebook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Does a simple model work on tagged buildings?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Yes. Logistic regression on 2024 embeddings. 3,600 tagged buildings. 83% on a mixed holdout.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44444"/>
                </a:solidFill>
                <a:latin typeface="Calibri"/>
              </a:rP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43000"/>
          <a:ext cx="112471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869680"/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Setup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Choice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Home vs not-home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Labels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Overture use tags only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Features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64 numbers at the building center, 2024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Cities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9 US metros, 200 home + 200 not-home each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70332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377440"/>
                <a:gridCol w="2377440"/>
                <a:gridCol w="23774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Macro F1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Mixed holdout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83%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83%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Leave one city out (mean)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77%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77%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0.84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Best city (Atlanta)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87%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87%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Worst city (NYC)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58%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57%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4 · First classifier · notebook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Does the model transfer to a new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Mostly. Mean leave-one-city-out is 77%. Atlanta, Seattle, and LA hold up. NYC and Denver drop.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44444"/>
                </a:solidFill>
                <a:latin typeface="Calibri"/>
              </a:rPr>
              <a:t>16</a:t>
            </a:r>
          </a:p>
        </p:txBody>
      </p:sp>
      <p:pic>
        <p:nvPicPr>
          <p:cNvPr id="6" name="Picture 5" descr="us_region_performanc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035040" cy="5120640"/>
          </a:xfrm>
          <a:prstGeom prst="rect">
            <a:avLst/>
          </a:prstGeom>
        </p:spPr>
      </p:pic>
      <p:pic>
        <p:nvPicPr>
          <p:cNvPr id="7" name="Picture 6" descr="us_region_performance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097280"/>
            <a:ext cx="54864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4 · First classifier · notebook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What does this first model buy 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A working home vs not-home baseline on tagged buildings. Not a finished 10-type product.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44444"/>
                </a:solidFill>
                <a:latin typeface="Calibri"/>
              </a:rPr>
              <a:t>17</a:t>
            </a:r>
          </a:p>
        </p:txBody>
      </p:sp>
      <p:pic>
        <p:nvPicPr>
          <p:cNvPr id="6" name="Picture 5" descr="roc_pr_pooled_vs_lo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6675120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0" y="11430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Calibri"/>
              </a:rPr>
              <a:t>Keep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46304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•  Public yearly AlphaEarth layers.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•  Train only on tagged buildings.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•  This logistic regression as the first bar to beat.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37033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Calibri"/>
              </a:rPr>
              <a:t>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402336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•  Average the embedding inside the building, not just the center.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•  Link shop and school points where tags are rare.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•  Test Europe and a tagged African downtown.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